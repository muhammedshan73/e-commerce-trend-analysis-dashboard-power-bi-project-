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0836"/>
    <a:srgbClr val="0D041A"/>
    <a:srgbClr val="557E4E"/>
    <a:srgbClr val="375534"/>
    <a:srgbClr val="6B9071"/>
    <a:srgbClr val="0F2A1D"/>
    <a:srgbClr val="0A4174"/>
    <a:srgbClr val="001D39"/>
    <a:srgbClr val="4C0F8F"/>
    <a:srgbClr val="4A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2440-9FBC-586A-0A98-33D46DE29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10A0B-BF70-3E81-0520-0673BDDD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EC47F-D163-9B95-3470-6B0A88A0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53E4-6407-87F7-6B42-A2D817DD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4926B-D5B2-7316-21DD-775BBA88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5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A2B2-AB0A-2E0F-6294-35B9E11C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0D03A-96C4-644D-F5E8-694C900F1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E8068-DC7F-BE95-1BEE-5EB74A27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32828-AF39-9A6C-D551-ABA204795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1CC04-D184-B186-29AE-6B6F461E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09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4C04C-9418-B152-F122-F9D93FD6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E92F1-8325-647D-243A-4A1B8ED8F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EFD7C-46F8-A0CF-5162-DCE69267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6055E-F999-7841-E90E-66A951AE5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0D2FA-276A-9181-3AA7-1D40E0F2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8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8AD14-A89F-E031-7950-816A3216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03480-4FA8-486B-FC8D-46E30B095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F0356-6759-FA6C-B874-EA2424FF9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448DB-0C75-7F9D-AAFD-BDE0CD15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17102-49AE-8B93-6BFF-522277E1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D3263-0836-07FA-1571-4AAB4810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3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ABD1-BB4E-DE57-318C-8A521638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AF96D-A68B-3D50-A3CF-E82AFA8DB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D0E46-61B0-60F1-E6B1-2CAD4FA00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C827E-2F64-A926-8D32-108E937D8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889487-6C1F-EC99-AC97-6A7724C47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43763-5DCC-541D-6309-AFD6B490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86DB4B-2979-44DE-AB80-6AF41A3F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B565-3A68-DC80-05ED-8C5BB96F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3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8C004-F7E5-546C-7CE5-23F4DBC8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F7E57-B5D3-A04F-4958-9AD8B931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2B0F8-CF46-6C60-276C-44B65E50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C3AAF-43C8-BB48-27D8-820B6940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8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8CD6AD-E49E-787F-EB2E-CE850551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07DF7A-0BE3-613D-8E62-901BA8D0F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20494-3468-DDFA-55C3-C953614E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5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F61-F544-9643-6804-4B266BDA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B6107-90AF-E1E2-40A0-08654B236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E8594-2125-8AA9-8F93-3C690A465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0906B-D140-3A16-B8F0-03605F603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3970A-D391-3CD9-0B6B-F8D8E5EF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14D63-D111-C9CC-50EE-6C5E73DFF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00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E7F22-85A1-3DE0-682A-5242CCA11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989C45-3FCB-AF0A-BD1F-0C6D8490E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668B7-2D85-A7F8-2761-70B242F7F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A9ADD-7A3E-1BD7-7E92-5A4EB727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D1651-90EC-C5F9-D7AE-AF25AE18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5896A-317C-4C56-87AA-E0565D11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18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20AB-6F0A-FF79-2479-7B517D2B5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4FA7F-79B1-59C0-E597-7784099EE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F6201-0633-8F55-DA9E-2E16998DF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46706-DAA9-9E4B-1900-8756001DE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CC635-CFDC-0299-DBDE-9AE4F455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0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3BAB01-4271-73B5-6843-445C2CCA1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84C47-41D4-A8EE-20B4-8668A30CF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CE196-62E3-50E4-51F9-F8EA0669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30514-68E1-2467-D13B-AF21A07C5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B130D-D3BE-6AE0-6FC9-1221115DD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8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8D4A6-42F5-0D9C-15A2-5B601881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BAAA2-DCEC-D813-2590-5304F8EEE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261A0-A0B7-F2FD-CE01-EE6498F3B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8E84E-CC04-43A4-86D7-0D926C0A83E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4CC69-77F7-6BB8-BE1C-3EE0E8D65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A8C87-9E21-4655-2154-4B215D1FF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8136E-222E-44AA-8BB6-E59FD31B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1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6FBF20-EB3B-F9A0-D06E-60DA0B1FD9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4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49C665-A2B0-34DF-1871-9D6D7B1E416E}"/>
              </a:ext>
            </a:extLst>
          </p:cNvPr>
          <p:cNvSpPr/>
          <p:nvPr/>
        </p:nvSpPr>
        <p:spPr>
          <a:xfrm>
            <a:off x="108157" y="678426"/>
            <a:ext cx="2964424" cy="1396182"/>
          </a:xfrm>
          <a:prstGeom prst="rect">
            <a:avLst/>
          </a:prstGeom>
          <a:solidFill>
            <a:srgbClr val="1B0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DA79F3-1646-BC40-0944-9879F5D6E318}"/>
              </a:ext>
            </a:extLst>
          </p:cNvPr>
          <p:cNvSpPr/>
          <p:nvPr/>
        </p:nvSpPr>
        <p:spPr>
          <a:xfrm>
            <a:off x="108157" y="2182761"/>
            <a:ext cx="2964424" cy="4591665"/>
          </a:xfrm>
          <a:prstGeom prst="rect">
            <a:avLst/>
          </a:prstGeom>
          <a:solidFill>
            <a:srgbClr val="1B0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06E001-4E00-94DD-0B7A-3E9617CE1EA5}"/>
              </a:ext>
            </a:extLst>
          </p:cNvPr>
          <p:cNvSpPr/>
          <p:nvPr/>
        </p:nvSpPr>
        <p:spPr>
          <a:xfrm>
            <a:off x="3180738" y="678426"/>
            <a:ext cx="2964424" cy="1396182"/>
          </a:xfrm>
          <a:prstGeom prst="rect">
            <a:avLst/>
          </a:prstGeom>
          <a:solidFill>
            <a:srgbClr val="1B0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D4DA20-181D-82C3-7F0D-7902C67A0928}"/>
              </a:ext>
            </a:extLst>
          </p:cNvPr>
          <p:cNvSpPr/>
          <p:nvPr/>
        </p:nvSpPr>
        <p:spPr>
          <a:xfrm>
            <a:off x="6253319" y="678426"/>
            <a:ext cx="2964424" cy="1396182"/>
          </a:xfrm>
          <a:prstGeom prst="rect">
            <a:avLst/>
          </a:prstGeom>
          <a:solidFill>
            <a:srgbClr val="1B0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015DA0-9EE3-A63C-4FC5-7CA1D06362F7}"/>
              </a:ext>
            </a:extLst>
          </p:cNvPr>
          <p:cNvSpPr/>
          <p:nvPr/>
        </p:nvSpPr>
        <p:spPr>
          <a:xfrm>
            <a:off x="9325900" y="678426"/>
            <a:ext cx="2757943" cy="1396182"/>
          </a:xfrm>
          <a:prstGeom prst="rect">
            <a:avLst/>
          </a:prstGeom>
          <a:solidFill>
            <a:srgbClr val="1B0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B8004A-5842-41CF-3F1E-8588937A854C}"/>
              </a:ext>
            </a:extLst>
          </p:cNvPr>
          <p:cNvSpPr/>
          <p:nvPr/>
        </p:nvSpPr>
        <p:spPr>
          <a:xfrm>
            <a:off x="3180738" y="2182761"/>
            <a:ext cx="6037005" cy="2821858"/>
          </a:xfrm>
          <a:prstGeom prst="rect">
            <a:avLst/>
          </a:prstGeom>
          <a:solidFill>
            <a:srgbClr val="1B0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052345-55DC-B2E8-382C-31E8A6C9F329}"/>
              </a:ext>
            </a:extLst>
          </p:cNvPr>
          <p:cNvSpPr/>
          <p:nvPr/>
        </p:nvSpPr>
        <p:spPr>
          <a:xfrm>
            <a:off x="3190571" y="5112775"/>
            <a:ext cx="6037005" cy="1661651"/>
          </a:xfrm>
          <a:prstGeom prst="rect">
            <a:avLst/>
          </a:prstGeom>
          <a:solidFill>
            <a:srgbClr val="1B0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D9E611-7D3B-C43D-9B7A-8B30D1B47308}"/>
              </a:ext>
            </a:extLst>
          </p:cNvPr>
          <p:cNvSpPr/>
          <p:nvPr/>
        </p:nvSpPr>
        <p:spPr>
          <a:xfrm>
            <a:off x="9325899" y="2197507"/>
            <a:ext cx="2757943" cy="2403989"/>
          </a:xfrm>
          <a:prstGeom prst="rect">
            <a:avLst/>
          </a:prstGeom>
          <a:solidFill>
            <a:srgbClr val="1B0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3F7A03-9C41-73DF-5D87-3D037F5483E4}"/>
              </a:ext>
            </a:extLst>
          </p:cNvPr>
          <p:cNvSpPr/>
          <p:nvPr/>
        </p:nvSpPr>
        <p:spPr>
          <a:xfrm>
            <a:off x="9352938" y="4724394"/>
            <a:ext cx="2730904" cy="2050031"/>
          </a:xfrm>
          <a:prstGeom prst="rect">
            <a:avLst/>
          </a:prstGeom>
          <a:solidFill>
            <a:srgbClr val="1B0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B01A6C-CBE9-7024-1E5F-EA86CE824BD0}"/>
              </a:ext>
            </a:extLst>
          </p:cNvPr>
          <p:cNvSpPr txBox="1"/>
          <p:nvPr/>
        </p:nvSpPr>
        <p:spPr>
          <a:xfrm>
            <a:off x="108156" y="170160"/>
            <a:ext cx="5545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E-Commerce Trend Analysis </a:t>
            </a:r>
            <a:r>
              <a:rPr lang="en-US" sz="2000" b="1">
                <a:solidFill>
                  <a:schemeClr val="bg1"/>
                </a:solidFill>
              </a:rPr>
              <a:t>Dashboard 2010–2011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200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shanmhd73@gmail.com</dc:creator>
  <cp:lastModifiedBy>shanmhd73@gmail.com</cp:lastModifiedBy>
  <cp:revision>5</cp:revision>
  <dcterms:created xsi:type="dcterms:W3CDTF">2025-12-09T10:29:17Z</dcterms:created>
  <dcterms:modified xsi:type="dcterms:W3CDTF">2025-12-12T17:47:54Z</dcterms:modified>
</cp:coreProperties>
</file>